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Synergy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Definition: Simulation of human intelligence by machines.</a:t>
            </a:r>
          </a:p>
          <a:p>
            <a:r>
              <a:t>Machine Learning: Algorithms that improve through experience.</a:t>
            </a:r>
          </a:p>
          <a:p>
            <a:r>
              <a:t>Deep Learning: Neural networks with many layers for complex patterns.</a:t>
            </a:r>
          </a:p>
          <a:p>
            <a:r>
              <a:t>Applications: Healthcare, Finance, Autonomous Vehicles, and Art.</a:t>
            </a:r>
          </a:p>
          <a:p>
            <a:r>
              <a:t>Ethics: Addressing bias, transparency, and safety in AI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