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Dwarkadas J. Sanghvi College of Engineering (DJSCE)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Synergy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Dwarkadas J. Sanghvi College of Engineering (DJSCE)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Overview: A premier engineering institute in Mumbai, affiliated with the University of Mumbai and approved by AICTE.</a:t>
            </a:r>
          </a:p>
          <a:p>
            <a:r>
              <a:t>Academic Excellence: Offers diverse undergraduate and postgraduate programs in Computer, IT, Electronics, and other engineering streams.</a:t>
            </a:r>
          </a:p>
          <a:p>
            <a:r>
              <a:t>Infrastructure: Features state-of-the-art laboratories, a comprehensive digital library, and modern classroom facilities.</a:t>
            </a:r>
          </a:p>
          <a:p>
            <a:r>
              <a:t>Placements &amp; Industry Ties: Consistently achieves high placement rates with top global MNCs and industry leaders.</a:t>
            </a:r>
          </a:p>
          <a:p>
            <a:r>
              <a:t>Student Life: Vibrant campus culture with renowned technical fests, professional student chapters, and diverse extracurriculars.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